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Unified Cognitive Consciousness Theory (UCCT)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C8FF"/>
                </a:solidFill>
              </a:defRPr>
            </a:pPr>
            <a:r>
              <a:t>Understanding Semantic Anchoring in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Presenter: [Your Name]     Institution: [Your Institution]     Date: [Presentation Date]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DCFF"/>
                </a:solidFill>
              </a:defRPr>
            </a:pPr>
            <a:r>
              <a:t>From Unconscious Patterns to Conscious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